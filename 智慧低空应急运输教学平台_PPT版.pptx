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191695" y="0"/>
            <a:ext cx="36576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0"/>
            <a:ext cx="36576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91695" y="6858000"/>
            <a:ext cx="36576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ingFang SC"/>
              </a:rPr>
              <a:t></a:t>
            </a:r>
          </a:p>
          <a:p>
            <a:pPr algn="l">
              <a:spcBef>
                <a:spcPts val="400"/>
              </a:spcBef>
            </a:pPr>
            <a:r>
              <a:rPr sz="2400">
                <a:solidFill>
                  <a:srgbClr val="00E5FF"/>
                </a:solidFill>
                <a:latin typeface="PingFang SC"/>
              </a:rPr>
              <a:t>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智智慧慧低低空空应应急急运运输输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教教学学平平台台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AI × 无人机 · 路径规划 · 装箱优化 · 岗课赛证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Menlo"/>
              </a:rPr>
              <a:t>教学平台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943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300"/>
                </a:solidFill>
                <a:latin typeface="Menlo"/>
              </a:rPr>
              <a:t>AI 智能体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5943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D4AA"/>
                </a:solidFill>
                <a:latin typeface="Menlo"/>
              </a:rPr>
              <a:t>岗课赛证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5943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855F7"/>
                </a:solidFill>
                <a:latin typeface="Menlo"/>
              </a:rPr>
              <a:t>低空应急运输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09360"/>
            <a:ext cx="11094415" cy="914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D8C"/>
                </a:solidFill>
                <a:latin typeface="PingFang SC"/>
              </a:rPr>
              <a:t>智慧低空应急运输教学平台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E5FF"/>
                </a:solidFill>
                <a:latin typeface="Menlo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7315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PingFang SC"/>
              </a:rPr>
              <a:t>为什么我们需要它？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  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应急物流的复杂性 人才缺口 AI 不是噱头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不只是「送过去」 2025 年低空经济 让 AI 当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规模破 2 万亿 「实训助理 + 诊断老师」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灾区路毁、桥梁断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地面运输卡死 无人机物流/应急 蚁群算法 CVRP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岗位爆发 + 动态能耗模型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传统课堂只教理论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没有真实约束 学校没有可实操的 学生先做题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路径规划平台 AI 再点评和打分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114800"/>
          <a:ext cx="1072865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8655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为什么我们需要它？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  </a:t>
                      </a:r>
                    </a:p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应急物流的复杂性 人才缺口 AI 不是噱头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6309360"/>
            <a:ext cx="11094415" cy="914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D8C"/>
                </a:solidFill>
                <a:latin typeface="PingFang SC"/>
              </a:rPr>
              <a:t>智慧低空应急运输教学平台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E5FF"/>
                </a:solidFill>
                <a:latin typeface="Menlo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7315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PingFang SC"/>
              </a:rPr>
              <a:t>蚁群算法 CVRP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核心亮点 · 路径规划智能体 - 工程化可运行的 CVRP 求解器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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 真实案例  多无人机  多趟次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 时间窗/优先级  动态能耗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广西渠洋村应急物资配送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目标函数 = 0.4 距离 + 0.3 能耗 + 0.2 优先级 + 0.1 负载均衡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配送中心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渠洋村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需求点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动态能耗模型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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怀渠 · 塘麻 · 坡乐 · 东风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1 + /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能耗 = 距离 × 当前载重 最⼤载重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古桥 · 新和 · 怀书 · 雅力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满载去程能耗是空载返航的 2 倍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距离矩阵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载重→航程分段线性插值（0 kg 26 km / 80 kg 6 km）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已真实测算（最远村 ~27 km）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物资类别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抢修 · 生活保障 · 医疗 · 冷链 · 安置  无人机型号库 + 任务规划 Agent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保障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内置 FC100 等多种型号 大模型驱动智能选型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重量 / 航程 / 抗风 / 冷链 输出完整配送计划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114800"/>
          <a:ext cx="1072865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8655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核心亮点 · 路径规划智能体 - 工程化可运行的 CVRP 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蚁群算法 CVRP</a:t>
                      </a:r>
                    </a:p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</a:t>
                      </a:r>
                    </a:p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 真实案例  多无人机  多趟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5486400"/>
          <a:ext cx="1072865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8655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无人机型号库 + 任务规划 Agent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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内置 FC100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重量 / 航程 / 抗风 / 冷链 输出完整配送计划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309360"/>
            <a:ext cx="11094415" cy="914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D8C"/>
                </a:solidFill>
                <a:latin typeface="PingFang SC"/>
              </a:rPr>
              <a:t>智慧低空应急运输教学平台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E5FF"/>
                </a:solidFill>
                <a:latin typeface="Menlo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7315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PingFang SC"/>
              </a:rPr>
              <a:t>核心亮点 - 装箱评价与课程图谱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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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装箱评价智能体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课程图谱智能体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空间利用率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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智能计算物资装载效率，最大化无人机运 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四维度知识图谱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能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知识图谱 能力图谱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问题图谱 思政图谱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重量平衡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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科学分配物资重量，确保飞行稳定性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智能学习路径推荐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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基于学生能力画像，个性化推荐学习内容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安全评分 与实训任务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114800"/>
          <a:ext cx="1072865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8655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核心亮点 - 装箱评价与课程图谱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</a:t>
                      </a:r>
                    </a:p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</a:t>
                      </a:r>
                    </a:p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装箱评价智能体</a:t>
                      </a:r>
                    </a:p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课程图谱智能体</a:t>
                      </a:r>
                    </a:p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空间利用率</a:t>
                      </a:r>
                    </a:p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</a:t>
                      </a:r>
                    </a:p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智能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5486400"/>
          <a:ext cx="1072865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8655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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装箱评价智能体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空间利用率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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智能计算物资装载效率，最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安全评分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309360"/>
            <a:ext cx="11094415" cy="914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D8C"/>
                </a:solidFill>
                <a:latin typeface="PingFang SC"/>
              </a:rPr>
              <a:t>智慧低空应急运输教学平台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E5FF"/>
                </a:solidFill>
                <a:latin typeface="Menlo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7315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PingFang SC"/>
              </a:rPr>
              <a:t>从登录到提交 - 完整实训流程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1 首页驾驶舱 2 路径规划 Agent 3 二-四模块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登录 → 看学习/实训/AI 三大数 模块一布点：渠洋村 + 8 个需求 录入物资需求 → 选无人机 → 跑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  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据面板 村 蚁群算法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4 方案看地图 5 AI 诊断 + 报告 6 平台闭环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GeoJSON 航线 + 每架无人机/ AI 点评短板 → 一键导出配送计 实训提交 → 四主体评价 → 能力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  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每趟距离载重能耗 划报告（docx） 画像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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架构 · 单人可开发 · 学校可部署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前端 后端 算法 AI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Vue 3 · Vite · Element Django · REST（路径规划 原生蚁群 · 约束检查器 · 成 OpenAI · DeepSeek · 通义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Plus · Pinia · ECharts · 地 引擎原生 Python） 本评估器 · GeoJSON · 千问 · 本地模型（可切换）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图 Excel 导出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 智能体接入方式：API + 独立 iframe（零耦合）  一键生成实训报告（docx / pdf）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114800"/>
          <a:ext cx="1072865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8655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从登录到提交 - 完整实训流程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1 首页驾驶舱 2 路径规划 Agent 3 二-四模块</a:t>
                      </a:r>
                    </a:p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登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5486400"/>
          <a:ext cx="1072865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8655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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架构 · 单人可开发 · 学校可部署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前端 后端 算法 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309360"/>
            <a:ext cx="11094415" cy="914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D8C"/>
                </a:solidFill>
                <a:latin typeface="PingFang SC"/>
              </a:rPr>
              <a:t>智慧低空应急运输教学平台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E5FF"/>
                </a:solidFill>
                <a:latin typeface="Menlo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7315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PingFang SC"/>
              </a:rPr>
              <a:t>对学生 · 对老师 · 对专业建设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  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对学生 对老师 对专业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不是背公式，是亲手规划真 备课素材 = 真实案例 + 真 低空经济 / 应急物流 / 智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实救灾航线 实数据 慧物流 三方向通吃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从菜鸟「随便飞飞」到理解 AI 助教 7×24 答疑 + 批改 可扩展：新增集装箱装箱、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载重-航程非线性关系 多旋翼集群、禁飞区 …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四主体评价形成教学闭环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输出可就业的作品集（渠洋 可申请教科研项目课题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村案例） 可作为比赛/创新创业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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项目的底座 企业/行业专家可接入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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岗课赛证：准备 1+X 指导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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CCD6E0"/>
                </a:solidFill>
                <a:latin typeface="PingFang SC"/>
              </a:rPr>
              <a:t>无人机物流证书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114800"/>
          <a:ext cx="1072865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8655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对学生 · 对老师 · 对专业建设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  </a:t>
                      </a:r>
                    </a:p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对学生 对老师 对专业</a:t>
                      </a:r>
                    </a:p>
                    <a:p>
                      <a:r>
                        <a:rPr sz="1100" b="0">
                          <a:solidFill>
                            <a:srgbClr val="CCD6E0"/>
                          </a:solidFill>
                        </a:rPr>
                        <a:t>不是背公式，是亲手规划真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5486400"/>
          <a:ext cx="1072865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8655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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对学生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不是背公式，是亲手规划真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实救灾航线</a:t>
                      </a:r>
                    </a:p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从菜鸟「随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309360"/>
            <a:ext cx="11094415" cy="914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D8C"/>
                </a:solidFill>
                <a:latin typeface="PingFang SC"/>
              </a:rPr>
              <a:t>智慧低空应急运输教学平台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E5FF"/>
                </a:solidFill>
                <a:latin typeface="Menlo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191695" y="0"/>
            <a:ext cx="36576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0"/>
            <a:ext cx="36576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91695" y="6858000"/>
            <a:ext cx="365760" cy="1828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7047" y="1828800"/>
            <a:ext cx="365760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PingFang SC"/>
              </a:rPr>
              <a:t>感谢聆听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sz="1800">
                <a:solidFill>
                  <a:srgbClr val="CCD6E0"/>
                </a:solidFill>
                <a:latin typeface="PingFang SC"/>
              </a:rPr>
              <a:t>🚁 智慧低空应急运输教学平台</a:t>
            </a:r>
          </a:p>
          <a:p>
            <a:pPr algn="ctr">
              <a:spcBef>
                <a:spcPts val="1200"/>
              </a:spcBef>
            </a:pPr>
            <a:r>
              <a:rPr sz="1800">
                <a:solidFill>
                  <a:srgbClr val="CCD6E0"/>
                </a:solidFill>
                <a:latin typeface="PingFang SC"/>
              </a:rPr>
              <a:t>⚙️ AI × 无人机 × 应急物流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09360"/>
            <a:ext cx="11094415" cy="914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D8C"/>
                </a:solidFill>
                <a:latin typeface="PingFang SC"/>
              </a:rPr>
              <a:t>智慧低空应急运输教学平台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355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E5FF"/>
                </a:solidFill>
                <a:latin typeface="Menlo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